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5"/>
    <p:restoredTop sz="94643"/>
  </p:normalViewPr>
  <p:slideViewPr>
    <p:cSldViewPr snapToGrid="0">
      <p:cViewPr varScale="1">
        <p:scale>
          <a:sx n="106" d="100"/>
          <a:sy n="106" d="100"/>
        </p:scale>
        <p:origin x="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F677B-9E9B-9E4E-BD4C-B5BA81DD5E71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6898D-A49F-E648-9B52-F1F0D5E94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6898D-A49F-E648-9B52-F1F0D5E944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5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5294C-7B05-B714-16C7-0129CF5CD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A69AA-B8A6-E919-B372-02B07F7AB5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4DD9-9533-D28D-93CD-E8D3B89C3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AD52-8C2D-F399-380C-A44CA9C3A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0728A-77C5-BB6A-4BE3-7809CF66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4F85-BDC6-8E38-CB35-5313FCD8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5F6D-2953-8C92-D99F-E575A475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5F4CB-2692-9A0F-C182-5CFE22C5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39437-FA6B-0814-4DED-5E20EC8A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5AF24-276C-B1BC-AC15-0E790374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8601-50D0-DDBD-8319-C0D933C2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EE1BC-B6A6-349D-A16F-59FFDA779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63586-01E3-2C60-FC1B-226BFD8B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7816B-6D6A-E833-9F2E-38A503B3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1DE15-651E-69C1-9ADC-004B920F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6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FE50-2F76-B693-355D-5F9E46AB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955C-2F07-5909-2800-C3A0DB193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81991-DC7B-AECE-628E-CE106AFB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614E5-31C2-A9AA-EC2D-98480FC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3AB35-C4C9-4558-4FFA-D53475F24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84261-E6BC-E7BA-9AC2-8993A9A7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54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7336-89F7-DF8C-E5F3-118B36E9A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5FAD-8646-41FB-8E07-F6F0D958F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B91BF-E914-C94A-188D-3B32276C9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BA103-C0C6-826C-4EC1-4245DFCD8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012CF0-1BFF-1665-54CF-EAE7D98F1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B2C12-5D6F-576D-B329-2C120362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EB003A-0AFB-3F8C-2A76-3237AF15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2E7F4-5EC8-E18F-FF74-76AAF905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1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644E-B929-E069-DA1C-47430117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8A1CD3-965A-482B-5BF9-FEE5AABB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20E58-2E0B-6BB2-2763-72D5692A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E81FB-4B94-30DD-4A97-83F791FCA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6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CEAE6-AFA1-F843-7D54-980E21BA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24F58-7FED-D213-D414-03550B93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C7E27-CAC2-F5D0-2BB2-D3DB6DE9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30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1A74C-53DF-E526-1EA0-F05E1ECA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AA4B8-020F-7418-E0AF-F7CA6C9E3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0E853-2EF2-EB71-2D13-C6607886D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E9F38-C851-6466-982C-9C66DD9C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FB2D9-4058-BF17-1132-1255845B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B7C60-EAC8-C6BF-4410-6EF838E8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06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CCE1-9D30-8C54-A37B-79D407FA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27518-BD30-D05A-A062-6223AA499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D0108-371F-369B-EDBF-0B3117FB0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FCF9F-3298-B03D-0519-3F72D23B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8BA1E-91B0-DF71-4C2B-E2008E14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4FEE7-87B5-8751-72FE-4EB3DB59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4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4518-CD3F-71F8-B8F6-6A7003EF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A95B9-F99A-F1A4-7F66-F4D08A4FA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7F1C9-4FFB-CD53-9B83-8FF53B72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E8736-986C-0158-C3B5-73CAD216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E0CDF-019E-7FCA-0099-A7960D1FC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64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1FF1F-3205-5FD6-A720-01EA7B31A0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D0E23-6515-B3D4-5567-45B88B8B5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CB84F-DB42-CDF8-9BA8-CCCB6B51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77CDD-9711-B90E-59C5-1802D7B5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A3E4C-AC7F-3AAA-7564-8C2992561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4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C3915-91BC-01E8-4CAD-CB1C574D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705CA-C5CB-E890-7181-FD48DD346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AC0E1-28D1-14B7-0AD3-C474C46BA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D275F-55CA-534C-A567-F4EAF17568D9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536BF-D550-E246-B322-E9EFCD1B9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959F8-A9C9-1FE6-DEFD-41F1DEDBB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C01BF-4C24-7A42-B1A9-9EF164483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E2AB-B00B-A727-3018-314C5FAAD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Weather System</a:t>
            </a:r>
            <a:br>
              <a:rPr lang="en-US" dirty="0"/>
            </a:br>
            <a:r>
              <a:rPr lang="en-US" sz="4400" dirty="0">
                <a:latin typeface="+mn-lt"/>
              </a:rPr>
              <a:t>A Python application for General and Aviation weather</a:t>
            </a:r>
            <a:br>
              <a:rPr lang="en-US" sz="4400" dirty="0">
                <a:latin typeface="+mn-lt"/>
              </a:rPr>
            </a:br>
            <a:r>
              <a:rPr lang="en-US" sz="3100" dirty="0">
                <a:latin typeface="+mn-lt"/>
              </a:rPr>
              <a:t>Lauren Freiler</a:t>
            </a:r>
          </a:p>
        </p:txBody>
      </p:sp>
    </p:spTree>
    <p:extLst>
      <p:ext uri="{BB962C8B-B14F-4D97-AF65-F5344CB8AC3E}">
        <p14:creationId xmlns:p14="http://schemas.microsoft.com/office/powerpoint/2010/main" val="2776008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1AE80-B97F-E707-29C0-57BE1E688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38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WeatherApp/</a:t>
            </a:r>
          </a:p>
          <a:p>
            <a:pPr marL="0" indent="0">
              <a:buNone/>
            </a:pPr>
            <a:r>
              <a:rPr lang="en-US" sz="2000" dirty="0"/>
              <a:t>├── </a:t>
            </a:r>
            <a:r>
              <a:rPr lang="en-US" sz="2000" dirty="0" err="1"/>
              <a:t>app.py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├── services/</a:t>
            </a:r>
          </a:p>
          <a:p>
            <a:pPr marL="0" indent="0">
              <a:buNone/>
            </a:pPr>
            <a:r>
              <a:rPr lang="en-US" sz="2000" dirty="0"/>
              <a:t> │     ── </a:t>
            </a:r>
            <a:r>
              <a:rPr lang="en-US" sz="2000" dirty="0" err="1"/>
              <a:t>aviation_weather.py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│    └── </a:t>
            </a:r>
            <a:r>
              <a:rPr lang="en-US" sz="2000" dirty="0" err="1"/>
              <a:t>openweather.py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├── tests/</a:t>
            </a:r>
          </a:p>
          <a:p>
            <a:pPr marL="0" indent="0">
              <a:buNone/>
            </a:pPr>
            <a:r>
              <a:rPr lang="en-US" sz="2000" dirty="0"/>
              <a:t>├── </a:t>
            </a:r>
            <a:r>
              <a:rPr lang="en-US" sz="2000" dirty="0" err="1"/>
              <a:t>requirements.txt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├── .env</a:t>
            </a:r>
          </a:p>
          <a:p>
            <a:pPr marL="0" indent="0">
              <a:buNone/>
            </a:pPr>
            <a:r>
              <a:rPr lang="en-US" sz="2000" dirty="0"/>
              <a:t> └── .gitignore</a:t>
            </a:r>
          </a:p>
        </p:txBody>
      </p:sp>
    </p:spTree>
    <p:extLst>
      <p:ext uri="{BB962C8B-B14F-4D97-AF65-F5344CB8AC3E}">
        <p14:creationId xmlns:p14="http://schemas.microsoft.com/office/powerpoint/2010/main" val="97471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22D6F-0B80-A137-CA28-087319506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756"/>
            <a:ext cx="10515600" cy="3426859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dirty="0"/>
              <a:t>User input </a:t>
            </a:r>
          </a:p>
          <a:p>
            <a:pPr marL="0" indent="0" algn="ctr">
              <a:buNone/>
            </a:pPr>
            <a:r>
              <a:rPr lang="en-US" dirty="0"/>
              <a:t>↓ </a:t>
            </a:r>
          </a:p>
          <a:p>
            <a:pPr marL="0" indent="0" algn="ctr">
              <a:buNone/>
            </a:pPr>
            <a:r>
              <a:rPr lang="en-US" dirty="0"/>
              <a:t>Tkinter GUI</a:t>
            </a:r>
          </a:p>
          <a:p>
            <a:pPr marL="0" indent="0" algn="ctr">
              <a:buNone/>
            </a:pPr>
            <a:r>
              <a:rPr lang="en-US" dirty="0"/>
              <a:t> ↓ </a:t>
            </a:r>
          </a:p>
          <a:p>
            <a:pPr marL="0" indent="0" algn="ctr">
              <a:buNone/>
            </a:pPr>
            <a:r>
              <a:rPr lang="en-US" dirty="0"/>
              <a:t>Weather service class - </a:t>
            </a:r>
            <a:r>
              <a:rPr lang="en-US" sz="2200" dirty="0"/>
              <a:t>AviationWx /OpenWeatherService</a:t>
            </a:r>
          </a:p>
          <a:p>
            <a:pPr marL="0" indent="0" algn="ctr">
              <a:buNone/>
            </a:pPr>
            <a:r>
              <a:rPr lang="en-US" dirty="0"/>
              <a:t> ↓ </a:t>
            </a:r>
          </a:p>
          <a:p>
            <a:pPr marL="0" indent="0" algn="ctr">
              <a:buNone/>
            </a:pPr>
            <a:r>
              <a:rPr lang="en-US" dirty="0"/>
              <a:t>External API </a:t>
            </a:r>
          </a:p>
          <a:p>
            <a:pPr marL="0" indent="0" algn="ctr">
              <a:buNone/>
            </a:pPr>
            <a:r>
              <a:rPr lang="en-US" dirty="0"/>
              <a:t>↓ </a:t>
            </a:r>
          </a:p>
          <a:p>
            <a:pPr marL="0" indent="0" algn="ctr">
              <a:buNone/>
            </a:pPr>
            <a:r>
              <a:rPr lang="en-US" dirty="0"/>
              <a:t>JSON response</a:t>
            </a:r>
          </a:p>
          <a:p>
            <a:pPr marL="0" indent="0" algn="ctr">
              <a:buNone/>
            </a:pPr>
            <a:r>
              <a:rPr lang="en-US" dirty="0"/>
              <a:t> ↓ </a:t>
            </a:r>
          </a:p>
          <a:p>
            <a:pPr marL="0" indent="0" algn="ctr">
              <a:buNone/>
            </a:pPr>
            <a:r>
              <a:rPr lang="en-US" dirty="0"/>
              <a:t>Formatted display</a:t>
            </a:r>
          </a:p>
        </p:txBody>
      </p:sp>
    </p:spTree>
    <p:extLst>
      <p:ext uri="{BB962C8B-B14F-4D97-AF65-F5344CB8AC3E}">
        <p14:creationId xmlns:p14="http://schemas.microsoft.com/office/powerpoint/2010/main" val="3722530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740D-B24D-F03F-8ECC-FE9ACB05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App Retrieves Wx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FE1E-0F8B-A3A6-2C28-1FD12A300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561" y="1421816"/>
            <a:ext cx="2957670" cy="50710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def get_weather(</a:t>
            </a:r>
            <a:r>
              <a:rPr lang="en-US" sz="1400" i="1" dirty="0"/>
              <a:t>self</a:t>
            </a:r>
            <a:r>
              <a:rPr lang="en-US" sz="1400" dirty="0"/>
              <a:t>, </a:t>
            </a:r>
            <a:r>
              <a:rPr lang="en-US" sz="1400" i="1" dirty="0"/>
              <a:t>city</a:t>
            </a:r>
            <a:r>
              <a:rPr lang="en-US" sz="1400" dirty="0"/>
              <a:t>):</a:t>
            </a:r>
          </a:p>
          <a:p>
            <a:pPr marL="0" indent="0">
              <a:buNone/>
            </a:pPr>
            <a:r>
              <a:rPr lang="en-US" sz="1400" dirty="0"/>
              <a:t>     parameters = {</a:t>
            </a:r>
          </a:p>
          <a:p>
            <a:pPr marL="0" indent="0">
              <a:buNone/>
            </a:pPr>
            <a:r>
              <a:rPr lang="en-US" sz="1400" dirty="0"/>
              <a:t>         "q": city,</a:t>
            </a:r>
          </a:p>
          <a:p>
            <a:pPr marL="0" indent="0">
              <a:buNone/>
            </a:pPr>
            <a:r>
              <a:rPr lang="en-US" sz="1400" dirty="0"/>
              <a:t>          ” appid": self.api_key,</a:t>
            </a:r>
          </a:p>
          <a:p>
            <a:pPr marL="0" indent="0">
              <a:buNone/>
            </a:pPr>
            <a:r>
              <a:rPr lang="en-US" sz="1400" dirty="0"/>
              <a:t>          "units": "imperial",</a:t>
            </a:r>
          </a:p>
          <a:p>
            <a:pPr marL="0" indent="0">
              <a:buNone/>
            </a:pPr>
            <a:r>
              <a:rPr lang="en-US" sz="1400" dirty="0"/>
              <a:t>     }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response = requests.get(</a:t>
            </a:r>
          </a:p>
          <a:p>
            <a:pPr marL="0" indent="0">
              <a:buNone/>
            </a:pPr>
            <a:r>
              <a:rPr lang="en-US" sz="1400" dirty="0"/>
              <a:t>         self.weather_url,</a:t>
            </a:r>
          </a:p>
          <a:p>
            <a:pPr marL="0" indent="0">
              <a:buNone/>
            </a:pPr>
            <a:r>
              <a:rPr lang="en-US" sz="1400" dirty="0"/>
              <a:t>         params=parameters,</a:t>
            </a:r>
          </a:p>
          <a:p>
            <a:pPr marL="0" indent="0">
              <a:buNone/>
            </a:pPr>
            <a:r>
              <a:rPr lang="en-US" sz="1400" dirty="0"/>
              <a:t>         timeout=10,</a:t>
            </a:r>
          </a:p>
          <a:p>
            <a:pPr marL="0" indent="0">
              <a:buNone/>
            </a:pPr>
            <a:r>
              <a:rPr lang="en-US" sz="1400" dirty="0"/>
              <a:t>     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if response.status_code == 200:</a:t>
            </a:r>
          </a:p>
          <a:p>
            <a:pPr marL="0" indent="0">
              <a:buNone/>
            </a:pPr>
            <a:r>
              <a:rPr lang="en-US" sz="1400" dirty="0"/>
              <a:t>         return response.json()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7A5845-A151-03E4-37AB-826C8248D7BE}"/>
              </a:ext>
            </a:extLst>
          </p:cNvPr>
          <p:cNvSpPr txBox="1"/>
          <p:nvPr/>
        </p:nvSpPr>
        <p:spPr>
          <a:xfrm>
            <a:off x="5933947" y="1529425"/>
            <a:ext cx="5419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method:</a:t>
            </a:r>
          </a:p>
          <a:p>
            <a:pPr algn="ctr"/>
            <a:r>
              <a:rPr lang="en-US" dirty="0"/>
              <a:t>-creates the query parameters</a:t>
            </a:r>
          </a:p>
          <a:p>
            <a:pPr algn="ctr"/>
            <a:r>
              <a:rPr lang="en-US" dirty="0"/>
              <a:t>- sends an HTTP GET request </a:t>
            </a:r>
          </a:p>
          <a:p>
            <a:pPr algn="ctr"/>
            <a:r>
              <a:rPr lang="en-US" dirty="0"/>
              <a:t>-converts from JSON to Python dictionaries/lists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4BC977-D8AD-3CB2-57CD-6B63AEB5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969" y="2956497"/>
            <a:ext cx="4879808" cy="353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61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A1AB-725B-3B89-D126-85334490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Protecting API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6D55B-E86E-5226-3CAC-06683AF31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2403141"/>
            <a:ext cx="373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from dotenv import load_dotenv</a:t>
            </a:r>
          </a:p>
          <a:p>
            <a:pPr marL="0" indent="0">
              <a:buNone/>
            </a:pPr>
            <a:r>
              <a:rPr lang="en-US" sz="1400" dirty="0"/>
              <a:t>import os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load_dotenv()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api_key = os.getenv("WEATHER_API_KEY")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14499-CD2B-C18D-98CB-5BBC0CF29FD6}"/>
              </a:ext>
            </a:extLst>
          </p:cNvPr>
          <p:cNvSpPr txBox="1"/>
          <p:nvPr/>
        </p:nvSpPr>
        <p:spPr>
          <a:xfrm>
            <a:off x="6806237" y="2421440"/>
            <a:ext cx="38808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actual key is stored in .env.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 load_dotenv() makes the setting available to the program, and os.getenv() retrieves it. The .gitignore entry prevents the file containing the key from being uploaded to GitHub.</a:t>
            </a:r>
          </a:p>
        </p:txBody>
      </p:sp>
    </p:spTree>
    <p:extLst>
      <p:ext uri="{BB962C8B-B14F-4D97-AF65-F5344CB8AC3E}">
        <p14:creationId xmlns:p14="http://schemas.microsoft.com/office/powerpoint/2010/main" val="421921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CDD9-5382-86CC-F1B1-D67C640AB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967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Displaying the Metar/Wx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E52FD-260E-6FAD-2AF9-17940E73AFF3}"/>
              </a:ext>
            </a:extLst>
          </p:cNvPr>
          <p:cNvSpPr txBox="1"/>
          <p:nvPr/>
        </p:nvSpPr>
        <p:spPr>
          <a:xfrm>
            <a:off x="7397788" y="2367046"/>
            <a:ext cx="38380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Takes the weather data returned by the API and prepares it for display. </a:t>
            </a:r>
          </a:p>
          <a:p>
            <a:r>
              <a:rPr lang="en-US" sz="1400" dirty="0"/>
              <a:t>API originally sends the information as JSON, and Python converts that JSON into a combination of dictionaries and lists. </a:t>
            </a:r>
          </a:p>
          <a:p>
            <a:endParaRPr lang="en-US" sz="1400" dirty="0"/>
          </a:p>
          <a:p>
            <a:r>
              <a:rPr lang="en-US" sz="1400" dirty="0"/>
              <a:t>Using .get() returns N/A if data is missing 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D31FF2-398F-D7FC-32BF-BCE35E9AD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757" y="541421"/>
            <a:ext cx="3370475" cy="6472989"/>
          </a:xfrm>
        </p:spPr>
        <p:txBody>
          <a:bodyPr>
            <a:normAutofit fontScale="2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def </a:t>
            </a:r>
            <a:r>
              <a:rPr lang="en-US" sz="4400" dirty="0" err="1"/>
              <a:t>show_metar</a:t>
            </a:r>
            <a:r>
              <a:rPr lang="en-US" sz="4400" dirty="0"/>
              <a:t>(</a:t>
            </a:r>
            <a:r>
              <a:rPr lang="en-US" sz="4400" i="1" dirty="0"/>
              <a:t>self</a:t>
            </a:r>
            <a:r>
              <a:rPr lang="en-US" sz="4400" dirty="0"/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station_id</a:t>
            </a:r>
            <a:r>
              <a:rPr lang="en-US" sz="4400" dirty="0"/>
              <a:t> = </a:t>
            </a:r>
            <a:r>
              <a:rPr lang="en-US" sz="4400" dirty="0" err="1"/>
              <a:t>self.station_entry.get</a:t>
            </a:r>
            <a:r>
              <a:rPr lang="en-US" sz="4400" dirty="0"/>
              <a:t>().strip().upper()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4400" dirty="0"/>
            </a:br>
            <a:endParaRPr lang="en-US" sz="4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if not station_id: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messagebox.showwarning</a:t>
            </a:r>
            <a:r>
              <a:rPr lang="en-US" sz="4400" dirty="0"/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"Missing identifier",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"Please enter a station identifier."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return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4400" dirty="0"/>
            </a:br>
            <a:endParaRPr lang="en-US" sz="4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data = self.aviation_weather.get_metar(station_id)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4400" dirty="0"/>
            </a:br>
            <a:endParaRPr lang="en-US" sz="4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if not data: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messagebox.showerror</a:t>
            </a:r>
            <a:r>
              <a:rPr lang="en-US" sz="4400" dirty="0"/>
              <a:t>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"METAR unavailable",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f"No</a:t>
            </a:r>
            <a:r>
              <a:rPr lang="en-US" sz="4400" dirty="0"/>
              <a:t> recent METAR was found for {station_id}."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return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4400" dirty="0"/>
            </a:br>
            <a:r>
              <a:rPr lang="en-US" sz="4400" dirty="0"/>
              <a:t>#get first item in data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metar</a:t>
            </a:r>
            <a:r>
              <a:rPr lang="en-US" sz="4400" dirty="0"/>
              <a:t> = data[0]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clouds = </a:t>
            </a:r>
            <a:r>
              <a:rPr lang="en-US" sz="4400" dirty="0" err="1"/>
              <a:t>metar.get</a:t>
            </a:r>
            <a:r>
              <a:rPr lang="en-US" sz="4400" dirty="0"/>
              <a:t>("clouds", [])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4400" dirty="0"/>
            </a:br>
            <a:endParaRPr lang="en-US" sz="4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if clouds: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cloud_description</a:t>
            </a:r>
            <a:r>
              <a:rPr lang="en-US" sz="4400" dirty="0"/>
              <a:t> = str(clouds[0])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else: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cloud_description = "No cloud layers reported"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4400" dirty="0"/>
            </a:br>
            <a:endParaRPr lang="en-US" sz="4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result = (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f"Current</a:t>
            </a:r>
            <a:r>
              <a:rPr lang="en-US" sz="4400" dirty="0"/>
              <a:t> METAR: {</a:t>
            </a:r>
            <a:r>
              <a:rPr lang="en-US" sz="4400" dirty="0" err="1"/>
              <a:t>station_id</a:t>
            </a:r>
            <a:r>
              <a:rPr lang="en-US" sz="4400" dirty="0"/>
              <a:t>}\n"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f"--------------------------------\n"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f"Airport</a:t>
            </a:r>
            <a:r>
              <a:rPr lang="en-US" sz="4400" dirty="0"/>
              <a:t>: {</a:t>
            </a:r>
            <a:r>
              <a:rPr lang="en-US" sz="4400" dirty="0" err="1"/>
              <a:t>metar.get</a:t>
            </a:r>
            <a:r>
              <a:rPr lang="en-US" sz="4400" dirty="0"/>
              <a:t>('name', 'Unknown')}\n"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f"Temperature: {</a:t>
            </a:r>
            <a:r>
              <a:rPr lang="en-US" sz="4400" dirty="0" err="1"/>
              <a:t>metar.get</a:t>
            </a:r>
            <a:r>
              <a:rPr lang="en-US" sz="4400" dirty="0"/>
              <a:t>('temp', 'N/A')} C\n"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f"Dewpoint</a:t>
            </a:r>
            <a:r>
              <a:rPr lang="en-US" sz="4400" dirty="0"/>
              <a:t>: {</a:t>
            </a:r>
            <a:r>
              <a:rPr lang="en-US" sz="4400" dirty="0" err="1"/>
              <a:t>metar.get</a:t>
            </a:r>
            <a:r>
              <a:rPr lang="en-US" sz="4400" dirty="0"/>
              <a:t>('</a:t>
            </a:r>
            <a:r>
              <a:rPr lang="en-US" sz="4400" dirty="0" err="1"/>
              <a:t>dewp</a:t>
            </a:r>
            <a:r>
              <a:rPr lang="en-US" sz="4400" dirty="0"/>
              <a:t>', 'N/A')} C\n"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f"Wind direction: {</a:t>
            </a:r>
            <a:r>
              <a:rPr lang="en-US" sz="4400" dirty="0" err="1"/>
              <a:t>metar.get</a:t>
            </a:r>
            <a:r>
              <a:rPr lang="en-US" sz="4400" dirty="0"/>
              <a:t>('</a:t>
            </a:r>
            <a:r>
              <a:rPr lang="en-US" sz="4400" dirty="0" err="1"/>
              <a:t>wdir</a:t>
            </a:r>
            <a:r>
              <a:rPr lang="en-US" sz="4400" dirty="0"/>
              <a:t>', 'N/A')}\n"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f"Wind speed: {</a:t>
            </a:r>
            <a:r>
              <a:rPr lang="en-US" sz="4400" dirty="0" err="1"/>
              <a:t>metar.get</a:t>
            </a:r>
            <a:r>
              <a:rPr lang="en-US" sz="4400" dirty="0"/>
              <a:t>('</a:t>
            </a:r>
            <a:r>
              <a:rPr lang="en-US" sz="4400" dirty="0" err="1"/>
              <a:t>wspd</a:t>
            </a:r>
            <a:r>
              <a:rPr lang="en-US" sz="4400" dirty="0"/>
              <a:t>', 'N/A')} knots\n"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f"Visibility: {</a:t>
            </a:r>
            <a:r>
              <a:rPr lang="en-US" sz="4400" dirty="0" err="1"/>
              <a:t>metar.get</a:t>
            </a:r>
            <a:r>
              <a:rPr lang="en-US" sz="4400" dirty="0"/>
              <a:t>('</a:t>
            </a:r>
            <a:r>
              <a:rPr lang="en-US" sz="4400" dirty="0" err="1"/>
              <a:t>visib</a:t>
            </a:r>
            <a:r>
              <a:rPr lang="en-US" sz="4400" dirty="0"/>
              <a:t>', 'N/A')} SM\n"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f"Altimeter</a:t>
            </a:r>
            <a:r>
              <a:rPr lang="en-US" sz="4400" dirty="0"/>
              <a:t>: {</a:t>
            </a:r>
            <a:r>
              <a:rPr lang="en-US" sz="4400" dirty="0" err="1"/>
              <a:t>metar.get</a:t>
            </a:r>
            <a:r>
              <a:rPr lang="en-US" sz="4400" dirty="0"/>
              <a:t>('</a:t>
            </a:r>
            <a:r>
              <a:rPr lang="en-US" sz="4400" dirty="0" err="1"/>
              <a:t>altim</a:t>
            </a:r>
            <a:r>
              <a:rPr lang="en-US" sz="4400" dirty="0"/>
              <a:t>', 'N/A')}\n"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 err="1"/>
              <a:t>f"Clouds</a:t>
            </a:r>
            <a:r>
              <a:rPr lang="en-US" sz="4400" dirty="0"/>
              <a:t>: {</a:t>
            </a:r>
            <a:r>
              <a:rPr lang="en-US" sz="4400" dirty="0" err="1"/>
              <a:t>cloud_description</a:t>
            </a:r>
            <a:r>
              <a:rPr lang="en-US" sz="4400" dirty="0"/>
              <a:t>}\n"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4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4400" dirty="0"/>
            </a:br>
            <a:endParaRPr lang="en-US" sz="4400" dirty="0"/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 err="1"/>
              <a:t>self.display_result</a:t>
            </a:r>
            <a:r>
              <a:rPr lang="en-US" sz="4800" dirty="0"/>
              <a:t>(result)</a:t>
            </a:r>
          </a:p>
          <a:p>
            <a:pPr marL="0" indent="0">
              <a:spcBef>
                <a:spcPts val="0"/>
              </a:spcBef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9760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21BED-5896-91EF-5BE0-524E6746C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998622"/>
            <a:ext cx="10515600" cy="441559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Data = {}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{'coord': {'</a:t>
            </a:r>
            <a:r>
              <a:rPr lang="en-US" sz="1800" dirty="0" err="1"/>
              <a:t>lon</a:t>
            </a:r>
            <a:r>
              <a:rPr lang="en-US" sz="1800" dirty="0"/>
              <a:t>': -122.3321, '</a:t>
            </a:r>
            <a:r>
              <a:rPr lang="en-US" sz="1800" dirty="0" err="1"/>
              <a:t>lat</a:t>
            </a:r>
            <a:r>
              <a:rPr lang="en-US" sz="1800" dirty="0"/>
              <a:t>': 47.6062}, 'weather': [{'id': 500, 'main': 'Rain', 'description': 'light rain', 'icon': '10d'}], 'base': 'stations', 'main': {'temp': 60.6, 'feels_like': 60.22, 'temp_min': 58.17, 'temp_max': 63.05, 'pressure': 1023, 'humidity': 82, 'sea_level': 1023, 'grnd_level': 1013}, 'visibility': 10000, 'wind': {'speed': 5.01, 'deg': 198, 'gust': 8.99}, 'rain': {'1h': 0.25}, 'clouds': {'all': 100}, 'dt': 1785690662, 'sys': {'type': 2, 'id': 2009669, 'country': 'US', 'sunrise': 1785674890, 'sunset': 1785728573}, '</a:t>
            </a:r>
            <a:r>
              <a:rPr lang="en-US" sz="1800" dirty="0" err="1"/>
              <a:t>timezone</a:t>
            </a:r>
            <a:r>
              <a:rPr lang="en-US" sz="1800" dirty="0"/>
              <a:t>': -25200, 'id': 5809844, 'name': 'Seattle', 'cod': 200}</a:t>
            </a:r>
          </a:p>
        </p:txBody>
      </p:sp>
    </p:spTree>
    <p:extLst>
      <p:ext uri="{BB962C8B-B14F-4D97-AF65-F5344CB8AC3E}">
        <p14:creationId xmlns:p14="http://schemas.microsoft.com/office/powerpoint/2010/main" val="1284672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782</Words>
  <Application>Microsoft Macintosh PowerPoint</Application>
  <PresentationFormat>Widescreen</PresentationFormat>
  <Paragraphs>102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Weather System A Python application for General and Aviation weather Lauren Freiler</vt:lpstr>
      <vt:lpstr>PowerPoint Presentation</vt:lpstr>
      <vt:lpstr>PowerPoint Presentation</vt:lpstr>
      <vt:lpstr>How App Retrieves Wx Data</vt:lpstr>
      <vt:lpstr>Protecting API Key</vt:lpstr>
      <vt:lpstr>Displaying the Metar/Wx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Freiler</dc:creator>
  <cp:lastModifiedBy>Lauren Freiler</cp:lastModifiedBy>
  <cp:revision>5</cp:revision>
  <dcterms:created xsi:type="dcterms:W3CDTF">2026-08-02T16:06:27Z</dcterms:created>
  <dcterms:modified xsi:type="dcterms:W3CDTF">2026-08-03T16:42:21Z</dcterms:modified>
</cp:coreProperties>
</file>