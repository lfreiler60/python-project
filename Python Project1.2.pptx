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35"/>
    <p:restoredTop sz="94643"/>
  </p:normalViewPr>
  <p:slideViewPr>
    <p:cSldViewPr snapToGrid="0">
      <p:cViewPr>
        <p:scale>
          <a:sx n="97" d="100"/>
          <a:sy n="97" d="100"/>
        </p:scale>
        <p:origin x="584" y="6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3F677B-9E9B-9E4E-BD4C-B5BA81DD5E71}" type="datetimeFigureOut">
              <a:rPr lang="en-US" smtClean="0"/>
              <a:t>8/3/26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56898D-A49F-E648-9B52-F1F0D5E944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854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56898D-A49F-E648-9B52-F1F0D5E9446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157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5294C-7B05-B714-16C7-0129CF5CDC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0A69AA-B8A6-E919-B372-02B07F7AB5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CC4DD9-9533-D28D-93CD-E8D3B89C3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D275F-55CA-534C-A567-F4EAF17568D9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A2AD52-8C2D-F399-380C-A44CA9C3A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90728A-77C5-BB6A-4BE3-7809CF661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C01BF-4C24-7A42-B1A9-9EF1644835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00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34F85-BDC6-8E38-CB35-5313FCD8F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C5F6D-2953-8C92-D99F-E575A4758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5F4CB-2692-9A0F-C182-5CFE22C53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D275F-55CA-534C-A567-F4EAF17568D9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F39437-FA6B-0814-4DED-5E20EC8A6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F5AF24-276C-B1BC-AC15-0E790374D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C01BF-4C24-7A42-B1A9-9EF1644835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0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98601-50D0-DDBD-8319-C0D933C2A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EEE1BC-B6A6-349D-A16F-59FFDA779D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F63586-01E3-2C60-FC1B-226BFD8B3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D275F-55CA-534C-A567-F4EAF17568D9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17816B-6D6A-E833-9F2E-38A503B3D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61DE15-651E-69C1-9ADC-004B920F8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C01BF-4C24-7A42-B1A9-9EF1644835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061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EFE50-2F76-B693-355D-5F9E46AB7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1955C-2F07-5909-2800-C3A0DB193A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B81991-DC7B-AECE-628E-CE106AFB50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9614E5-31C2-A9AA-EC2D-98480FC48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D275F-55CA-534C-A567-F4EAF17568D9}" type="datetimeFigureOut">
              <a:rPr lang="en-US" smtClean="0"/>
              <a:t>8/2/26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A3AB35-C4C9-4558-4FFA-D53475F24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784261-E6BC-E7BA-9AC2-8993A9A77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C01BF-4C24-7A42-B1A9-9EF1644835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054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27336-89F7-DF8C-E5F3-118B36E9A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95FAD-8646-41FB-8E07-F6F0D958FF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2B91BF-E914-C94A-188D-3B32276C92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6BA103-C0C6-826C-4EC1-4245DFCD8F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012CF0-1BFF-1665-54CF-EAE7D98F12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2B2C12-5D6F-576D-B329-2C120362D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D275F-55CA-534C-A567-F4EAF17568D9}" type="datetimeFigureOut">
              <a:rPr lang="en-US" smtClean="0"/>
              <a:t>8/2/26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EB003A-0AFB-3F8C-2A76-3237AF15F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B2E7F4-5EC8-E18F-FF74-76AAF9051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C01BF-4C24-7A42-B1A9-9EF1644835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415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5644E-B929-E069-DA1C-474301174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8A1CD3-965A-482B-5BF9-FEE5AABB2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D275F-55CA-534C-A567-F4EAF17568D9}" type="datetimeFigureOut">
              <a:rPr lang="en-US" smtClean="0"/>
              <a:t>8/2/26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F20E58-2E0B-6BB2-2763-72D5692AC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E81FB-4B94-30DD-4A97-83F791FCA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C01BF-4C24-7A42-B1A9-9EF1644835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266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BCEAE6-AFA1-F843-7D54-980E21BAC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D275F-55CA-534C-A567-F4EAF17568D9}" type="datetimeFigureOut">
              <a:rPr lang="en-US" smtClean="0"/>
              <a:t>8/2/26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224F58-7FED-D213-D414-03550B934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1C7E27-CAC2-F5D0-2BB2-D3DB6DE9E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C01BF-4C24-7A42-B1A9-9EF1644835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130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1A74C-53DF-E526-1EA0-F05E1ECAA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AA4B8-020F-7418-E0AF-F7CA6C9E3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60E853-2EF2-EB71-2D13-C6607886D6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2E9F38-C851-6466-982C-9C66DD9C3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D275F-55CA-534C-A567-F4EAF17568D9}" type="datetimeFigureOut">
              <a:rPr lang="en-US" smtClean="0"/>
              <a:t>8/2/26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0FB2D9-4058-BF17-1132-1255845B3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BB7C60-EAC8-C6BF-4410-6EF838E87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C01BF-4C24-7A42-B1A9-9EF1644835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806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9CCE1-9D30-8C54-A37B-79D407FAA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927518-BD30-D05A-A062-6223AA499A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9D0108-371F-369B-EDBF-0B3117FB0E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9FCF9F-3298-B03D-0519-3F72D23B3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D275F-55CA-534C-A567-F4EAF17568D9}" type="datetimeFigureOut">
              <a:rPr lang="en-US" smtClean="0"/>
              <a:t>8/2/26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C8BA1E-91B0-DF71-4C2B-E2008E141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74FEE7-87B5-8751-72FE-4EB3DB59A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C01BF-4C24-7A42-B1A9-9EF1644835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544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E4518-CD3F-71F8-B8F6-6A7003EF4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AA95B9-F99A-F1A4-7F66-F4D08A4FA9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37F1C9-4FFB-CD53-9B83-8FF53B729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D275F-55CA-534C-A567-F4EAF17568D9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DE8736-986C-0158-C3B5-73CAD216C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DE0CDF-019E-7FCA-0099-A7960D1FC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C01BF-4C24-7A42-B1A9-9EF1644835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641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81FF1F-3205-5FD6-A720-01EA7B31A0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CD0E23-6515-B3D4-5567-45B88B8B5D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6CB84F-DB42-CDF8-9BA8-CCCB6B517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D275F-55CA-534C-A567-F4EAF17568D9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677CDD-9711-B90E-59C5-1802D7B5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4A3E4C-AC7F-3AAA-7564-8C2992561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C01BF-4C24-7A42-B1A9-9EF1644835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040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DC3915-91BC-01E8-4CAD-CB1C574D6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5705CA-C5CB-E890-7181-FD48DD3462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FAC0E1-28D1-14B7-0AD3-C474C46BAD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5D275F-55CA-534C-A567-F4EAF17568D9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536BF-D550-E246-B322-E9EFCD1B9A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2959F8-A9C9-1FE6-DEFD-41F1DEDBB6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5C01BF-4C24-7A42-B1A9-9EF1644835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081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8E2AB-B00B-A727-3018-314C5FAAD9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Weather System</a:t>
            </a:r>
            <a:br>
              <a:rPr lang="en-US" dirty="0"/>
            </a:br>
            <a:r>
              <a:rPr lang="en-US" sz="4400" dirty="0">
                <a:latin typeface="+mn-lt"/>
              </a:rPr>
              <a:t>A Python application for General and Aviation weather</a:t>
            </a:r>
            <a:br>
              <a:rPr lang="en-US" sz="4400" dirty="0">
                <a:latin typeface="+mn-lt"/>
              </a:rPr>
            </a:br>
            <a:r>
              <a:rPr lang="en-US" sz="3100" dirty="0">
                <a:latin typeface="+mn-lt"/>
              </a:rPr>
              <a:t>Lauren Freiler</a:t>
            </a:r>
          </a:p>
        </p:txBody>
      </p:sp>
    </p:spTree>
    <p:extLst>
      <p:ext uri="{BB962C8B-B14F-4D97-AF65-F5344CB8AC3E}">
        <p14:creationId xmlns:p14="http://schemas.microsoft.com/office/powerpoint/2010/main" val="2776008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1AE80-B97F-E707-29C0-57BE1E688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1383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WeatherApp/</a:t>
            </a:r>
          </a:p>
          <a:p>
            <a:pPr marL="0" indent="0">
              <a:buNone/>
            </a:pPr>
            <a:r>
              <a:rPr lang="en-US" sz="2000" dirty="0"/>
              <a:t>├── </a:t>
            </a:r>
            <a:r>
              <a:rPr lang="en-US" sz="2000" dirty="0" err="1"/>
              <a:t>app.py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├── services/</a:t>
            </a:r>
          </a:p>
          <a:p>
            <a:pPr marL="0" indent="0">
              <a:buNone/>
            </a:pPr>
            <a:r>
              <a:rPr lang="en-US" sz="2000" dirty="0"/>
              <a:t> │     ── </a:t>
            </a:r>
            <a:r>
              <a:rPr lang="en-US" sz="2000" dirty="0" err="1"/>
              <a:t>aviation_weather.py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 │    └── </a:t>
            </a:r>
            <a:r>
              <a:rPr lang="en-US" sz="2000" dirty="0" err="1"/>
              <a:t>openweather.py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├── tests/</a:t>
            </a:r>
          </a:p>
          <a:p>
            <a:pPr marL="0" indent="0">
              <a:buNone/>
            </a:pPr>
            <a:r>
              <a:rPr lang="en-US" sz="2000" dirty="0"/>
              <a:t>├── </a:t>
            </a:r>
            <a:r>
              <a:rPr lang="en-US" sz="2000" dirty="0" err="1"/>
              <a:t>requirements.txt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├── .env</a:t>
            </a:r>
          </a:p>
          <a:p>
            <a:pPr marL="0" indent="0">
              <a:buNone/>
            </a:pPr>
            <a:r>
              <a:rPr lang="en-US" sz="2000" dirty="0"/>
              <a:t> └── .gitignore</a:t>
            </a:r>
          </a:p>
        </p:txBody>
      </p:sp>
    </p:spTree>
    <p:extLst>
      <p:ext uri="{BB962C8B-B14F-4D97-AF65-F5344CB8AC3E}">
        <p14:creationId xmlns:p14="http://schemas.microsoft.com/office/powerpoint/2010/main" val="974715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22D6F-0B80-A137-CA28-0873195067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3756"/>
            <a:ext cx="10515600" cy="3426859"/>
          </a:xfrm>
        </p:spPr>
        <p:txBody>
          <a:bodyPr>
            <a:normAutofit fontScale="55000" lnSpcReduction="20000"/>
          </a:bodyPr>
          <a:lstStyle/>
          <a:p>
            <a:pPr marL="0" indent="0" algn="ctr">
              <a:buNone/>
            </a:pPr>
            <a:r>
              <a:rPr lang="en-US" dirty="0"/>
              <a:t>User input </a:t>
            </a:r>
          </a:p>
          <a:p>
            <a:pPr marL="0" indent="0" algn="ctr">
              <a:buNone/>
            </a:pPr>
            <a:r>
              <a:rPr lang="en-US" dirty="0"/>
              <a:t>↓ </a:t>
            </a:r>
          </a:p>
          <a:p>
            <a:pPr marL="0" indent="0" algn="ctr">
              <a:buNone/>
            </a:pPr>
            <a:r>
              <a:rPr lang="en-US" dirty="0"/>
              <a:t>Tkinter GUI</a:t>
            </a:r>
          </a:p>
          <a:p>
            <a:pPr marL="0" indent="0" algn="ctr">
              <a:buNone/>
            </a:pPr>
            <a:r>
              <a:rPr lang="en-US" dirty="0"/>
              <a:t> ↓ </a:t>
            </a:r>
          </a:p>
          <a:p>
            <a:pPr marL="0" indent="0" algn="ctr">
              <a:buNone/>
            </a:pPr>
            <a:r>
              <a:rPr lang="en-US" dirty="0"/>
              <a:t>Weather service class - </a:t>
            </a:r>
            <a:r>
              <a:rPr lang="en-US" sz="2200" dirty="0"/>
              <a:t>AviationWx /OpenWeatherService</a:t>
            </a:r>
          </a:p>
          <a:p>
            <a:pPr marL="0" indent="0" algn="ctr">
              <a:buNone/>
            </a:pPr>
            <a:r>
              <a:rPr lang="en-US" dirty="0"/>
              <a:t> ↓ </a:t>
            </a:r>
          </a:p>
          <a:p>
            <a:pPr marL="0" indent="0" algn="ctr">
              <a:buNone/>
            </a:pPr>
            <a:r>
              <a:rPr lang="en-US" dirty="0"/>
              <a:t>External API </a:t>
            </a:r>
          </a:p>
          <a:p>
            <a:pPr marL="0" indent="0" algn="ctr">
              <a:buNone/>
            </a:pPr>
            <a:r>
              <a:rPr lang="en-US" dirty="0"/>
              <a:t>↓ </a:t>
            </a:r>
          </a:p>
          <a:p>
            <a:pPr marL="0" indent="0" algn="ctr">
              <a:buNone/>
            </a:pPr>
            <a:r>
              <a:rPr lang="en-US" dirty="0"/>
              <a:t>JSON response</a:t>
            </a:r>
          </a:p>
          <a:p>
            <a:pPr marL="0" indent="0" algn="ctr">
              <a:buNone/>
            </a:pPr>
            <a:r>
              <a:rPr lang="en-US" dirty="0"/>
              <a:t> ↓ </a:t>
            </a:r>
          </a:p>
          <a:p>
            <a:pPr marL="0" indent="0" algn="ctr">
              <a:buNone/>
            </a:pPr>
            <a:r>
              <a:rPr lang="en-US" dirty="0"/>
              <a:t>Formatted display</a:t>
            </a:r>
          </a:p>
        </p:txBody>
      </p:sp>
    </p:spTree>
    <p:extLst>
      <p:ext uri="{BB962C8B-B14F-4D97-AF65-F5344CB8AC3E}">
        <p14:creationId xmlns:p14="http://schemas.microsoft.com/office/powerpoint/2010/main" val="3722530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1740D-B24D-F03F-8ECC-FE9ACB051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How App Retrieves Wx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EFE1E-0F8B-A3A6-2C28-1FD12A3004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0561" y="1421816"/>
            <a:ext cx="2957670" cy="5071059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400" dirty="0"/>
              <a:t>def get_weather(</a:t>
            </a:r>
            <a:r>
              <a:rPr lang="en-US" sz="1400" i="1" dirty="0"/>
              <a:t>self</a:t>
            </a:r>
            <a:r>
              <a:rPr lang="en-US" sz="1400" dirty="0"/>
              <a:t>, </a:t>
            </a:r>
            <a:r>
              <a:rPr lang="en-US" sz="1400" i="1" dirty="0"/>
              <a:t>city</a:t>
            </a:r>
            <a:r>
              <a:rPr lang="en-US" sz="1400" dirty="0"/>
              <a:t>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/>
              <a:t>     parameters =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/>
              <a:t>         "q": city,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/>
              <a:t>          ” appid": self.api_key,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/>
              <a:t>          "units": "imperial",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/>
              <a:t>     }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/>
              <a:t>      #sends https request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/>
              <a:t>      response = requests.get(</a:t>
            </a:r>
          </a:p>
          <a:p>
            <a:pPr marL="0" indent="0">
              <a:buNone/>
            </a:pPr>
            <a:r>
              <a:rPr lang="en-US" sz="1400" dirty="0"/>
              <a:t>         self.weather_url,</a:t>
            </a:r>
          </a:p>
          <a:p>
            <a:pPr marL="0" indent="0">
              <a:buNone/>
            </a:pPr>
            <a:r>
              <a:rPr lang="en-US" sz="1400" dirty="0"/>
              <a:t>         params=parameters,</a:t>
            </a:r>
          </a:p>
          <a:p>
            <a:pPr marL="0" indent="0">
              <a:buNone/>
            </a:pPr>
            <a:r>
              <a:rPr lang="en-US" sz="1400" dirty="0"/>
              <a:t>         timeout=10,</a:t>
            </a:r>
          </a:p>
          <a:p>
            <a:pPr marL="0" indent="0">
              <a:buNone/>
            </a:pPr>
            <a:r>
              <a:rPr lang="en-US" sz="1400" dirty="0"/>
              <a:t>     )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     if response.status_code == 200:</a:t>
            </a:r>
          </a:p>
          <a:p>
            <a:pPr marL="0" indent="0">
              <a:buNone/>
            </a:pPr>
            <a:r>
              <a:rPr lang="en-US" sz="1400" dirty="0"/>
              <a:t>         return response.json()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7A5845-A151-03E4-37AB-826C8248D7BE}"/>
              </a:ext>
            </a:extLst>
          </p:cNvPr>
          <p:cNvSpPr txBox="1"/>
          <p:nvPr/>
        </p:nvSpPr>
        <p:spPr>
          <a:xfrm>
            <a:off x="5933947" y="1529425"/>
            <a:ext cx="54198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This method:</a:t>
            </a:r>
          </a:p>
          <a:p>
            <a:pPr algn="ctr"/>
            <a:r>
              <a:rPr lang="en-US" dirty="0"/>
              <a:t>-creates the query parameters</a:t>
            </a:r>
          </a:p>
          <a:p>
            <a:pPr algn="ctr"/>
            <a:r>
              <a:rPr lang="en-US" dirty="0"/>
              <a:t>- sends an HTTP GET request </a:t>
            </a:r>
          </a:p>
          <a:p>
            <a:pPr algn="ctr"/>
            <a:r>
              <a:rPr lang="en-US" dirty="0"/>
              <a:t>-converts from JSON to Python dictionaries/lists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4BC977-D8AD-3CB2-57CD-6B63AEB5BF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3969" y="2956497"/>
            <a:ext cx="4879808" cy="3536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361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CA1AB-725B-3B89-D126-853344905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Protecting API Key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6D55B-E86E-5226-3CAC-06683AF318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979" y="2403141"/>
            <a:ext cx="37338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/>
              <a:t>from dotenv import load_dotenv</a:t>
            </a:r>
          </a:p>
          <a:p>
            <a:pPr marL="0" indent="0">
              <a:buNone/>
            </a:pPr>
            <a:r>
              <a:rPr lang="en-US" sz="1400" dirty="0"/>
              <a:t>import os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load_dotenv()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api_key = os.getenv("WEATHER_API_KEY")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414499-CD2B-C18D-98CB-5BBC0CF29FD6}"/>
              </a:ext>
            </a:extLst>
          </p:cNvPr>
          <p:cNvSpPr txBox="1"/>
          <p:nvPr/>
        </p:nvSpPr>
        <p:spPr>
          <a:xfrm>
            <a:off x="6806237" y="2421440"/>
            <a:ext cx="388088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actual key is stored in .env.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 load_dotenv() makes the setting available to the program, and os.getenv() retrieves it. The .gitignore entry prevents the file containing the key from being uploaded to GitHub.</a:t>
            </a:r>
          </a:p>
        </p:txBody>
      </p:sp>
    </p:spTree>
    <p:extLst>
      <p:ext uri="{BB962C8B-B14F-4D97-AF65-F5344CB8AC3E}">
        <p14:creationId xmlns:p14="http://schemas.microsoft.com/office/powerpoint/2010/main" val="4219217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FCDD9-5382-86CC-F1B1-D67C640AB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9967" y="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Displaying the Metar/Wx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7E52FD-260E-6FAD-2AF9-17940E73AFF3}"/>
              </a:ext>
            </a:extLst>
          </p:cNvPr>
          <p:cNvSpPr txBox="1"/>
          <p:nvPr/>
        </p:nvSpPr>
        <p:spPr>
          <a:xfrm>
            <a:off x="7397788" y="2367046"/>
            <a:ext cx="383807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Takes the weather data returned by the API and prepares it for display. </a:t>
            </a:r>
          </a:p>
          <a:p>
            <a:r>
              <a:rPr lang="en-US" sz="1400" dirty="0"/>
              <a:t>API originally sends the information as JSON, and Python converts that JSON into a combination of dictionaries and lists. </a:t>
            </a:r>
          </a:p>
          <a:p>
            <a:endParaRPr lang="en-US" sz="1400" dirty="0"/>
          </a:p>
          <a:p>
            <a:r>
              <a:rPr lang="en-US" sz="1400" dirty="0"/>
              <a:t>Using .get() returns N/A if data is missing </a:t>
            </a:r>
          </a:p>
          <a:p>
            <a:endParaRPr lang="en-US" sz="1400" dirty="0"/>
          </a:p>
          <a:p>
            <a:endParaRPr lang="en-US" sz="1400" dirty="0"/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DED76C1-45A2-10D1-2EDE-5F762A17D5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686" y="300789"/>
            <a:ext cx="3182725" cy="7315200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900" dirty="0"/>
              <a:t>def </a:t>
            </a:r>
            <a:r>
              <a:rPr lang="en-US" sz="900" dirty="0" err="1"/>
              <a:t>show_weather</a:t>
            </a:r>
            <a:r>
              <a:rPr lang="en-US" sz="900" dirty="0"/>
              <a:t>(self):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900" dirty="0"/>
              <a:t>    if </a:t>
            </a:r>
            <a:r>
              <a:rPr lang="en-US" sz="900" dirty="0" err="1"/>
              <a:t>self.general_weather</a:t>
            </a:r>
            <a:r>
              <a:rPr lang="en-US" sz="900" dirty="0"/>
              <a:t> is None: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900" dirty="0"/>
              <a:t>        messagebox.showerror(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900" dirty="0"/>
              <a:t>            "Missing API key",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900" dirty="0"/>
              <a:t>            "The </a:t>
            </a:r>
            <a:r>
              <a:rPr lang="en-US" sz="900" dirty="0" err="1"/>
              <a:t>OpenWeather</a:t>
            </a:r>
            <a:r>
              <a:rPr lang="en-US" sz="900" dirty="0"/>
              <a:t> API key is not configured."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900" dirty="0"/>
              <a:t>        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900" dirty="0"/>
              <a:t>        return</a:t>
            </a:r>
          </a:p>
          <a:p>
            <a:pPr marL="0" indent="0">
              <a:spcBef>
                <a:spcPts val="0"/>
              </a:spcBef>
              <a:buNone/>
            </a:pPr>
            <a:endParaRPr lang="en-US" sz="900" dirty="0"/>
          </a:p>
          <a:p>
            <a:pPr marL="0" indent="0">
              <a:spcBef>
                <a:spcPts val="0"/>
              </a:spcBef>
              <a:buNone/>
            </a:pPr>
            <a:r>
              <a:rPr lang="en-US" sz="900" dirty="0"/>
              <a:t>    city = </a:t>
            </a:r>
            <a:r>
              <a:rPr lang="en-US" sz="900" dirty="0" err="1"/>
              <a:t>self.city_entry.get</a:t>
            </a:r>
            <a:r>
              <a:rPr lang="en-US" sz="900" dirty="0"/>
              <a:t>().strip()</a:t>
            </a:r>
          </a:p>
          <a:p>
            <a:pPr marL="0" indent="0">
              <a:spcBef>
                <a:spcPts val="0"/>
              </a:spcBef>
              <a:buNone/>
            </a:pPr>
            <a:endParaRPr lang="en-US" sz="900" dirty="0"/>
          </a:p>
          <a:p>
            <a:pPr marL="0" indent="0">
              <a:spcBef>
                <a:spcPts val="0"/>
              </a:spcBef>
              <a:buNone/>
            </a:pPr>
            <a:r>
              <a:rPr lang="en-US" sz="900" dirty="0"/>
              <a:t>    if not city: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900" dirty="0"/>
              <a:t>        messagebox.showwarning(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900" dirty="0"/>
              <a:t>            "Missing city",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900" dirty="0"/>
              <a:t>            "Please enter a city."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900" dirty="0"/>
              <a:t>        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900" dirty="0"/>
              <a:t>        return</a:t>
            </a:r>
          </a:p>
          <a:p>
            <a:pPr marL="0" indent="0">
              <a:spcBef>
                <a:spcPts val="0"/>
              </a:spcBef>
              <a:buNone/>
            </a:pPr>
            <a:endParaRPr lang="en-US" sz="900" dirty="0"/>
          </a:p>
          <a:p>
            <a:pPr marL="0" indent="0">
              <a:spcBef>
                <a:spcPts val="0"/>
              </a:spcBef>
              <a:buNone/>
            </a:pPr>
            <a:r>
              <a:rPr lang="en-US" sz="900" dirty="0"/>
              <a:t>    data = </a:t>
            </a:r>
            <a:r>
              <a:rPr lang="en-US" sz="900" dirty="0" err="1"/>
              <a:t>self.general_weather.get_weather</a:t>
            </a:r>
            <a:r>
              <a:rPr lang="en-US" sz="900" dirty="0"/>
              <a:t>(city)</a:t>
            </a:r>
          </a:p>
          <a:p>
            <a:pPr marL="0" indent="0">
              <a:spcBef>
                <a:spcPts val="0"/>
              </a:spcBef>
              <a:buNone/>
            </a:pPr>
            <a:endParaRPr lang="en-US" sz="900" dirty="0"/>
          </a:p>
          <a:p>
            <a:pPr marL="0" indent="0">
              <a:spcBef>
                <a:spcPts val="0"/>
              </a:spcBef>
              <a:buNone/>
            </a:pPr>
            <a:r>
              <a:rPr lang="en-US" sz="900" dirty="0"/>
              <a:t>    if not data: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900" dirty="0"/>
              <a:t>        messagebox.showerror(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900" dirty="0"/>
              <a:t>            "Weather unavailable",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900" dirty="0"/>
              <a:t>            </a:t>
            </a:r>
            <a:r>
              <a:rPr lang="en-US" sz="900" dirty="0" err="1"/>
              <a:t>f"Weather</a:t>
            </a:r>
            <a:r>
              <a:rPr lang="en-US" sz="900" dirty="0"/>
              <a:t> could not be found for {city}."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900" dirty="0"/>
              <a:t>        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900" dirty="0"/>
              <a:t>        return</a:t>
            </a:r>
          </a:p>
          <a:p>
            <a:pPr marL="0" indent="0">
              <a:spcBef>
                <a:spcPts val="0"/>
              </a:spcBef>
              <a:buNone/>
            </a:pPr>
            <a:endParaRPr lang="en-US" sz="900" dirty="0"/>
          </a:p>
          <a:p>
            <a:pPr marL="0" indent="0">
              <a:spcBef>
                <a:spcPts val="0"/>
              </a:spcBef>
              <a:buNone/>
            </a:pPr>
            <a:r>
              <a:rPr lang="en-US" sz="900" dirty="0"/>
              <a:t>    temperature_f = data["main"]["temp"]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900" dirty="0"/>
              <a:t>    temperature_c = (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900" dirty="0"/>
              <a:t>    </a:t>
            </a:r>
            <a:r>
              <a:rPr lang="en-US" sz="900" dirty="0" err="1"/>
              <a:t>self.general_weather.fahrenheit_to_celsius</a:t>
            </a:r>
            <a:r>
              <a:rPr lang="en-US" sz="900" dirty="0"/>
              <a:t>(temperature_f)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900" dirty="0"/>
              <a:t>    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900" dirty="0"/>
              <a:t>    visibility_miles = </a:t>
            </a:r>
            <a:r>
              <a:rPr lang="en-US" sz="900" dirty="0" err="1"/>
              <a:t>self.general_weather.meters_to_miles</a:t>
            </a:r>
            <a:r>
              <a:rPr lang="en-US" sz="900" dirty="0"/>
              <a:t>(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900" dirty="0"/>
              <a:t>        </a:t>
            </a:r>
            <a:r>
              <a:rPr lang="en-US" sz="900" dirty="0" err="1"/>
              <a:t>data.get</a:t>
            </a:r>
            <a:r>
              <a:rPr lang="en-US" sz="900" dirty="0"/>
              <a:t>("visibility", 0)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900" dirty="0"/>
              <a:t>    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900" dirty="0"/>
              <a:t>    result = (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900" dirty="0"/>
              <a:t>        f"Current Weather: {</a:t>
            </a:r>
            <a:r>
              <a:rPr lang="en-US" sz="900" dirty="0" err="1"/>
              <a:t>data.get</a:t>
            </a:r>
            <a:r>
              <a:rPr lang="en-US" sz="900" dirty="0"/>
              <a:t>('name', city)}\n"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900" dirty="0"/>
              <a:t>        f"--------------------------------\n"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900" dirty="0"/>
              <a:t>        f"Condition: {data['weather'][0]['description']}\n"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900" dirty="0"/>
              <a:t>        f"Temperature: {temperature_f:.1f} F\n"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900" dirty="0"/>
              <a:t>        f"Temperature: {temperature_c:.1f} C\n"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900" dirty="0"/>
              <a:t>        f"Humidity: {data['main']['humidity']}%\n"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900" dirty="0"/>
              <a:t>        f"Wind speed: {data['wind']['speed']} mph\n"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900" dirty="0"/>
              <a:t>        f"Visibility: {visibility_miles:.1f} miles\n"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900" dirty="0"/>
              <a:t>    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900" dirty="0"/>
              <a:t>    </a:t>
            </a:r>
            <a:r>
              <a:rPr lang="en-US" sz="900" dirty="0" err="1"/>
              <a:t>self.display_result</a:t>
            </a:r>
            <a:r>
              <a:rPr lang="en-US" sz="900" dirty="0"/>
              <a:t>(result)</a:t>
            </a:r>
          </a:p>
        </p:txBody>
      </p:sp>
    </p:spTree>
    <p:extLst>
      <p:ext uri="{BB962C8B-B14F-4D97-AF65-F5344CB8AC3E}">
        <p14:creationId xmlns:p14="http://schemas.microsoft.com/office/powerpoint/2010/main" val="11976036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21BED-5896-91EF-5BE0-524E6746C7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979" y="998622"/>
            <a:ext cx="10515600" cy="4415590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endParaRPr lang="en-US" sz="18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Data = {}</a:t>
            </a:r>
          </a:p>
          <a:p>
            <a:pPr marL="0" indent="0">
              <a:spcBef>
                <a:spcPts val="0"/>
              </a:spcBef>
              <a:buNone/>
            </a:pPr>
            <a:endParaRPr lang="en-US" sz="18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{'coord': {'</a:t>
            </a:r>
            <a:r>
              <a:rPr lang="en-US" sz="1800" dirty="0" err="1"/>
              <a:t>lon</a:t>
            </a:r>
            <a:r>
              <a:rPr lang="en-US" sz="1800" dirty="0"/>
              <a:t>': -122.3321, '</a:t>
            </a:r>
            <a:r>
              <a:rPr lang="en-US" sz="1800" dirty="0" err="1"/>
              <a:t>lat</a:t>
            </a:r>
            <a:r>
              <a:rPr lang="en-US" sz="1800" dirty="0"/>
              <a:t>': 47.6062}, 'weather': [{'id': 500, 'main': 'Rain', 'description': 'light rain', 'icon': '10d'}], 'base': 'stations', 'main': {'temp': 60.6, 'feels_like': 60.22, 'temp_min': 58.17, 'temp_max': 63.05, 'pressure': 1023, 'humidity': 82, 'sea_level': 1023, 'grnd_level': 1013}, 'visibility': 10000, 'wind': {'speed': 5.01, 'deg': 198, 'gust': 8.99}, 'rain': {'1h': 0.25}, 'clouds': {'all': 100}, 'dt': 1785690662, 'sys': {'type': 2, 'id': 2009669, 'country': 'US', 'sunrise': 1785674890, 'sunset': 1785728573}, '</a:t>
            </a:r>
            <a:r>
              <a:rPr lang="en-US" sz="1800" dirty="0" err="1"/>
              <a:t>timezone</a:t>
            </a:r>
            <a:r>
              <a:rPr lang="en-US" sz="1800" dirty="0"/>
              <a:t>': -25200, 'id': 5809844, 'name': 'Seattle', 'cod': 200}</a:t>
            </a:r>
          </a:p>
        </p:txBody>
      </p:sp>
    </p:spTree>
    <p:extLst>
      <p:ext uri="{BB962C8B-B14F-4D97-AF65-F5344CB8AC3E}">
        <p14:creationId xmlns:p14="http://schemas.microsoft.com/office/powerpoint/2010/main" val="12846720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1648</TotalTime>
  <Words>802</Words>
  <Application>Microsoft Macintosh PowerPoint</Application>
  <PresentationFormat>Widescreen</PresentationFormat>
  <Paragraphs>106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Weather System A Python application for General and Aviation weather Lauren Freiler</vt:lpstr>
      <vt:lpstr>PowerPoint Presentation</vt:lpstr>
      <vt:lpstr>PowerPoint Presentation</vt:lpstr>
      <vt:lpstr>How App Retrieves Wx Data</vt:lpstr>
      <vt:lpstr>Protecting API Key</vt:lpstr>
      <vt:lpstr>Displaying the Metar/Wx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Lauren Freiler</dc:creator>
  <cp:lastModifiedBy>Lauren Freiler</cp:lastModifiedBy>
  <cp:revision>6</cp:revision>
  <dcterms:created xsi:type="dcterms:W3CDTF">2026-08-02T16:06:27Z</dcterms:created>
  <dcterms:modified xsi:type="dcterms:W3CDTF">2026-08-03T19:34:41Z</dcterms:modified>
</cp:coreProperties>
</file>